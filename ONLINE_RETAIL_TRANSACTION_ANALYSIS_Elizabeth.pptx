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A17EB-5E7D-46AF-8F15-86E8B6A0B0F9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AC2EB-8D53-4103-94C6-CD5C9555E8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3701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A17EB-5E7D-46AF-8F15-86E8B6A0B0F9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AC2EB-8D53-4103-94C6-CD5C9555E8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2924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A17EB-5E7D-46AF-8F15-86E8B6A0B0F9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AC2EB-8D53-4103-94C6-CD5C9555E8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2572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A17EB-5E7D-46AF-8F15-86E8B6A0B0F9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AC2EB-8D53-4103-94C6-CD5C9555E8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2290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A17EB-5E7D-46AF-8F15-86E8B6A0B0F9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AC2EB-8D53-4103-94C6-CD5C9555E8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7704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A17EB-5E7D-46AF-8F15-86E8B6A0B0F9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AC2EB-8D53-4103-94C6-CD5C9555E8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0493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A17EB-5E7D-46AF-8F15-86E8B6A0B0F9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AC2EB-8D53-4103-94C6-CD5C9555E8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766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A17EB-5E7D-46AF-8F15-86E8B6A0B0F9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AC2EB-8D53-4103-94C6-CD5C9555E8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9723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A17EB-5E7D-46AF-8F15-86E8B6A0B0F9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AC2EB-8D53-4103-94C6-CD5C9555E8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9991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A17EB-5E7D-46AF-8F15-86E8B6A0B0F9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AC2EB-8D53-4103-94C6-CD5C9555E8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0954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A17EB-5E7D-46AF-8F15-86E8B6A0B0F9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AC2EB-8D53-4103-94C6-CD5C9555E8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24037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A17EB-5E7D-46AF-8F15-86E8B6A0B0F9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AC2EB-8D53-4103-94C6-CD5C9555E83C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726904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A17EB-5E7D-46AF-8F15-86E8B6A0B0F9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AC2EB-8D53-4103-94C6-CD5C9555E8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27493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A17EB-5E7D-46AF-8F15-86E8B6A0B0F9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AC2EB-8D53-4103-94C6-CD5C9555E8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24090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A17EB-5E7D-46AF-8F15-86E8B6A0B0F9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AC2EB-8D53-4103-94C6-CD5C9555E8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73102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A17EB-5E7D-46AF-8F15-86E8B6A0B0F9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AC2EB-8D53-4103-94C6-CD5C9555E8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00942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A17EB-5E7D-46AF-8F15-86E8B6A0B0F9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AC2EB-8D53-4103-94C6-CD5C9555E8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8418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1A17EB-5E7D-46AF-8F15-86E8B6A0B0F9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9AC2EB-8D53-4103-94C6-CD5C9555E8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0946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  <p:sldLayoutId id="2147483752" r:id="rId14"/>
    <p:sldLayoutId id="2147483753" r:id="rId15"/>
    <p:sldLayoutId id="2147483754" r:id="rId16"/>
    <p:sldLayoutId id="2147483755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676BA-7697-9BAE-35EE-E69E2FBC43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ONLINE RETAIL TRANSACTION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8889FC-73EC-FD65-B5AA-EE0DB5EBF4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pPr algn="r"/>
            <a:endParaRPr lang="en-IN" dirty="0"/>
          </a:p>
          <a:p>
            <a:pPr algn="r"/>
            <a:endParaRPr lang="en-IN" dirty="0"/>
          </a:p>
          <a:p>
            <a:pPr algn="r"/>
            <a:r>
              <a:rPr lang="en-IN" sz="3600" dirty="0"/>
              <a:t>Done By: Elizabeth S</a:t>
            </a:r>
          </a:p>
        </p:txBody>
      </p:sp>
    </p:spTree>
    <p:extLst>
      <p:ext uri="{BB962C8B-B14F-4D97-AF65-F5344CB8AC3E}">
        <p14:creationId xmlns:p14="http://schemas.microsoft.com/office/powerpoint/2010/main" val="2272290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ED117-030F-4190-ABC4-BA13F4E3F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2E8DD3-640E-000E-E3D4-68F6E13142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This project analyzes online retail transactions using Power BI.</a:t>
            </a:r>
          </a:p>
          <a:p>
            <a:pPr marL="0" indent="0">
              <a:buNone/>
            </a:pPr>
            <a:r>
              <a:rPr lang="en-US" sz="1800" dirty="0"/>
              <a:t>The dashboard helps understand:</a:t>
            </a:r>
          </a:p>
          <a:p>
            <a:r>
              <a:rPr lang="en-US" sz="1800" dirty="0"/>
              <a:t>Sales performance</a:t>
            </a:r>
          </a:p>
          <a:p>
            <a:r>
              <a:rPr lang="en-US" sz="1800" dirty="0"/>
              <a:t>Product demand</a:t>
            </a:r>
          </a:p>
          <a:p>
            <a:r>
              <a:rPr lang="en-US" sz="1800" dirty="0"/>
              <a:t>Customer distribution</a:t>
            </a:r>
          </a:p>
          <a:p>
            <a:r>
              <a:rPr lang="en-US" sz="1800" dirty="0"/>
              <a:t>Country-wise revenue</a:t>
            </a:r>
          </a:p>
          <a:p>
            <a:pPr marL="0" indent="0">
              <a:buNone/>
            </a:pPr>
            <a:r>
              <a:rPr lang="en-US" sz="1800" dirty="0"/>
              <a:t>Interactive visuals and filters allow deeper analysis of business trends.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865488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DEAFA-FADB-D74A-7481-5CC3CF173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2AF03-2D58-84CB-175A-E91FED35A9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Analyze overall sales performance</a:t>
            </a:r>
          </a:p>
          <a:p>
            <a:pPr marL="0" indent="0">
              <a:buNone/>
            </a:pPr>
            <a:r>
              <a:rPr lang="en-US" dirty="0"/>
              <a:t>• Identify top-selling products</a:t>
            </a:r>
          </a:p>
          <a:p>
            <a:pPr marL="0" indent="0">
              <a:buNone/>
            </a:pPr>
            <a:r>
              <a:rPr lang="en-US" dirty="0"/>
              <a:t>• Understand customer purchasing patterns</a:t>
            </a:r>
          </a:p>
          <a:p>
            <a:pPr marL="0" indent="0">
              <a:buNone/>
            </a:pPr>
            <a:r>
              <a:rPr lang="en-US" dirty="0"/>
              <a:t>• Study revenue trends over time</a:t>
            </a:r>
          </a:p>
          <a:p>
            <a:pPr marL="0" indent="0">
              <a:buNone/>
            </a:pPr>
            <a:r>
              <a:rPr lang="en-US" dirty="0"/>
              <a:t>• Compare sales across countries</a:t>
            </a:r>
          </a:p>
          <a:p>
            <a:pPr marL="0" indent="0">
              <a:buNone/>
            </a:pPr>
            <a:r>
              <a:rPr lang="en-US" dirty="0"/>
              <a:t>• Build an interactive Power BI dashboard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3674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4DB4A-4A3D-BAEA-18DE-0C26AEBA7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6" y="128337"/>
            <a:ext cx="10353761" cy="1326321"/>
          </a:xfrm>
        </p:spPr>
        <p:txBody>
          <a:bodyPr/>
          <a:lstStyle/>
          <a:p>
            <a:r>
              <a:rPr lang="en-IN" dirty="0"/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FB98D-05A9-8310-CD51-0F4D10F48B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171074"/>
            <a:ext cx="10353762" cy="4620126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Dataset: Online Retail Transactions</a:t>
            </a:r>
          </a:p>
          <a:p>
            <a:pPr marL="0" indent="0">
              <a:buNone/>
            </a:pPr>
            <a:r>
              <a:rPr lang="en-US" dirty="0"/>
              <a:t>The dataset contains records of retail purchases made by customers.</a:t>
            </a:r>
          </a:p>
          <a:p>
            <a:pPr marL="0" indent="0">
              <a:buNone/>
            </a:pPr>
            <a:r>
              <a:rPr lang="en-US" dirty="0"/>
              <a:t>Key attributes include:</a:t>
            </a:r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US" dirty="0" err="1"/>
              <a:t>InvoiceNo</a:t>
            </a:r>
            <a:r>
              <a:rPr lang="en-US" dirty="0"/>
              <a:t> – Unique order identifier</a:t>
            </a:r>
          </a:p>
          <a:p>
            <a:pPr marL="0" indent="0">
              <a:buNone/>
            </a:pPr>
            <a:r>
              <a:rPr lang="en-US" dirty="0"/>
              <a:t>• Description – Product name</a:t>
            </a:r>
          </a:p>
          <a:p>
            <a:pPr marL="0" indent="0">
              <a:buNone/>
            </a:pPr>
            <a:r>
              <a:rPr lang="en-US" dirty="0"/>
              <a:t>• Quantity – Number of items purchased</a:t>
            </a:r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US" dirty="0" err="1"/>
              <a:t>UnitPrice</a:t>
            </a:r>
            <a:r>
              <a:rPr lang="en-US" dirty="0"/>
              <a:t> – Price per item</a:t>
            </a:r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US" dirty="0" err="1"/>
              <a:t>InvoiceDate</a:t>
            </a:r>
            <a:r>
              <a:rPr lang="en-US" dirty="0"/>
              <a:t> – Date of transaction</a:t>
            </a:r>
          </a:p>
          <a:p>
            <a:pPr marL="0" indent="0">
              <a:buNone/>
            </a:pPr>
            <a:r>
              <a:rPr lang="en-US" dirty="0"/>
              <a:t>• CustomerID – Unique customer identifier</a:t>
            </a:r>
          </a:p>
          <a:p>
            <a:pPr marL="0" indent="0">
              <a:buNone/>
            </a:pPr>
            <a:r>
              <a:rPr lang="en-US" dirty="0"/>
              <a:t>• Country – Customer location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Calculated Field:</a:t>
            </a:r>
          </a:p>
          <a:p>
            <a:pPr marL="0" indent="0">
              <a:buNone/>
            </a:pPr>
            <a:r>
              <a:rPr lang="en-US" dirty="0"/>
              <a:t>Revenue = Quantity × </a:t>
            </a:r>
            <a:r>
              <a:rPr lang="en-US" dirty="0" err="1"/>
              <a:t>UnitPrice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35494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9565F-6FB2-246A-2186-F818FAF60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Visuals Used in the Project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58C554-E109-31DB-270D-15EA8A1A2A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The following visualizations were used in the Power BI dashboard: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 Card Visuals – Total Sales, Total Orders, Total Customers, Total Quantity</a:t>
            </a:r>
          </a:p>
          <a:p>
            <a:pPr marL="0" indent="0">
              <a:buNone/>
            </a:pPr>
            <a:r>
              <a:rPr lang="en-US" dirty="0"/>
              <a:t>• Bar Charts – Sales by Country and Product</a:t>
            </a:r>
          </a:p>
          <a:p>
            <a:pPr marL="0" indent="0">
              <a:buNone/>
            </a:pPr>
            <a:r>
              <a:rPr lang="en-US" dirty="0"/>
              <a:t>• Line Charts – Monthly Revenue Trend and Quantity Trend</a:t>
            </a:r>
          </a:p>
          <a:p>
            <a:pPr marL="0" indent="0">
              <a:buNone/>
            </a:pPr>
            <a:r>
              <a:rPr lang="en-US" dirty="0"/>
              <a:t>• Donut Chart – Customer Distribution by Country</a:t>
            </a:r>
          </a:p>
          <a:p>
            <a:pPr marL="0" indent="0">
              <a:buNone/>
            </a:pPr>
            <a:r>
              <a:rPr lang="en-US" dirty="0"/>
              <a:t>• Map Visual – Revenue by Country</a:t>
            </a:r>
          </a:p>
          <a:p>
            <a:pPr marL="0" indent="0">
              <a:buNone/>
            </a:pPr>
            <a:r>
              <a:rPr lang="en-US" dirty="0"/>
              <a:t>• Slicers – Country filters for interactive analysis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82322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E4CB1E8-DEF6-A707-435B-B085996EF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213721"/>
            <a:ext cx="10353761" cy="1326321"/>
          </a:xfrm>
        </p:spPr>
        <p:txBody>
          <a:bodyPr/>
          <a:lstStyle/>
          <a:p>
            <a:r>
              <a:rPr lang="en-IN" dirty="0"/>
              <a:t>Retail Sales Overview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C3C2CC1-7592-634E-F2DE-A0E50D7B13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540042"/>
            <a:ext cx="10203384" cy="4844716"/>
          </a:xfrm>
        </p:spPr>
      </p:pic>
    </p:spTree>
    <p:extLst>
      <p:ext uri="{BB962C8B-B14F-4D97-AF65-F5344CB8AC3E}">
        <p14:creationId xmlns:p14="http://schemas.microsoft.com/office/powerpoint/2010/main" val="506676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CC90E-C06B-5521-3AA7-283621BAD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240632"/>
            <a:ext cx="10353761" cy="1326321"/>
          </a:xfrm>
        </p:spPr>
        <p:txBody>
          <a:bodyPr/>
          <a:lstStyle/>
          <a:p>
            <a:r>
              <a:rPr lang="en-IN" dirty="0"/>
              <a:t>Product &amp; Sales Breakdown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A136303-0C05-C946-9B70-7E41AE3EB6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566953"/>
            <a:ext cx="10476100" cy="5050415"/>
          </a:xfrm>
        </p:spPr>
      </p:pic>
    </p:spTree>
    <p:extLst>
      <p:ext uri="{BB962C8B-B14F-4D97-AF65-F5344CB8AC3E}">
        <p14:creationId xmlns:p14="http://schemas.microsoft.com/office/powerpoint/2010/main" val="13590825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57761-A1CE-0534-6BF4-75A8F2328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933" y="0"/>
            <a:ext cx="10353761" cy="1326321"/>
          </a:xfrm>
        </p:spPr>
        <p:txBody>
          <a:bodyPr/>
          <a:lstStyle/>
          <a:p>
            <a:r>
              <a:rPr lang="en-IN" dirty="0"/>
              <a:t>Customer &amp; Product Insights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E37A78C-0DE4-AA4A-5418-B16ACD5A66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6" y="1326321"/>
            <a:ext cx="9690036" cy="5090521"/>
          </a:xfrm>
        </p:spPr>
      </p:pic>
    </p:spTree>
    <p:extLst>
      <p:ext uri="{BB962C8B-B14F-4D97-AF65-F5344CB8AC3E}">
        <p14:creationId xmlns:p14="http://schemas.microsoft.com/office/powerpoint/2010/main" val="7235417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56DF4-763A-9D10-D392-65E896308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4B755-98A0-7F40-9BE7-245073947C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This project demonstrates how Power BI can be used to analyze retail transaction data effectively.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dashboard provides insights into sales performance, product demand, and customer distribution.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Interactive filters allow deeper exploration of the data, helping businesses make data-driven decisions.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63105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5176F-BB42-63F1-EC28-8E2FB6CBC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80FE91-ADEE-A267-4470-35C0A8779E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This project demonstrates how Power BI can be used to analyze retail transaction data effectively.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dashboard provides insights into sales performance, product demand, and customer distribution.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Interactive filters allow deeper exploration of the data, helping businesses make data-driven decisions.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53030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099E5-7706-33B9-EDCB-2126AA27B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4637" y="2261937"/>
            <a:ext cx="10353761" cy="1326321"/>
          </a:xfrm>
        </p:spPr>
        <p:txBody>
          <a:bodyPr>
            <a:normAutofit/>
          </a:bodyPr>
          <a:lstStyle/>
          <a:p>
            <a:r>
              <a:rPr lang="en-IN" sz="8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59505325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15</TotalTime>
  <Words>331</Words>
  <Application>Microsoft Office PowerPoint</Application>
  <PresentationFormat>Widescreen</PresentationFormat>
  <Paragraphs>58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Bookman Old Style</vt:lpstr>
      <vt:lpstr>Rockwell</vt:lpstr>
      <vt:lpstr>Damask</vt:lpstr>
      <vt:lpstr>ONLINE RETAIL TRANSACTION ANALYSIS</vt:lpstr>
      <vt:lpstr>Project Overview</vt:lpstr>
      <vt:lpstr>Project Objectives</vt:lpstr>
      <vt:lpstr>Dataset Overview</vt:lpstr>
      <vt:lpstr>Visuals Used in the Project</vt:lpstr>
      <vt:lpstr>Retail Sales Overview</vt:lpstr>
      <vt:lpstr>Product &amp; Sales Breakdown</vt:lpstr>
      <vt:lpstr>Customer &amp; Product Insights</vt:lpstr>
      <vt:lpstr>Key insights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pramila kumari</dc:creator>
  <cp:lastModifiedBy>pramila kumari</cp:lastModifiedBy>
  <cp:revision>1</cp:revision>
  <dcterms:created xsi:type="dcterms:W3CDTF">2026-03-09T17:24:23Z</dcterms:created>
  <dcterms:modified xsi:type="dcterms:W3CDTF">2026-03-09T17:40:15Z</dcterms:modified>
</cp:coreProperties>
</file>